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  <p:embeddedFont>
      <p:font typeface="Arial" charset="1" panose="020B0604020202020204"/>
      <p:regular r:id="rId13"/>
    </p:embeddedFon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Times New Roman" charset="1" panose="02020603050405020304"/>
      <p:regular r:id="rId16"/>
    </p:embeddedFont>
    <p:embeddedFont>
      <p:font typeface="Times New Roman MT" charset="1" panose="0203050207040502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17625" y="53325"/>
            <a:ext cx="8652750" cy="13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9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CODE RED 3.0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75875" y="1467300"/>
            <a:ext cx="7590150" cy="4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CODE TILL YOU DROP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8525" y="2656325"/>
            <a:ext cx="14681437" cy="235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7"/>
              </a:lnSpc>
            </a:pPr>
            <a:r>
              <a:rPr lang="en-US" b="true" sz="696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federated A</a:t>
            </a:r>
            <a:r>
              <a:rPr lang="en-US" b="true" sz="696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 solution for multi-hospital 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8200" y="6513735"/>
            <a:ext cx="6783984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Name: MedCrypt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8200" y="7117795"/>
            <a:ext cx="6613864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Arjun 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8200" y="7721855"/>
            <a:ext cx="15932705" cy="265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8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AJ Institute of Engineering &amp; Technology Mangalore, Karnataka</a:t>
            </a:r>
          </a:p>
          <a:p>
            <a:pPr algn="l">
              <a:lnSpc>
                <a:spcPts val="5271"/>
              </a:lnSpc>
            </a:pPr>
          </a:p>
          <a:p>
            <a:pPr algn="l">
              <a:lnSpc>
                <a:spcPts val="5271"/>
              </a:lnSpc>
            </a:pPr>
            <a:r>
              <a:rPr lang="en-US" sz="3138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52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58200" y="5909675"/>
            <a:ext cx="7768770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Problem Statement Code: CR(S)3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398" y="2013121"/>
            <a:ext cx="16945305" cy="78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propose a Federated Learning (FL) framework where each hospital trains a local AI model on-site and only encrypted model updates are shared to a central aggregator. No raw patient data ever leaves hospital servers.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CASES: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Multi-Hospital Disease Detection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Training a unified model for disease detection (e.g., cancer, pneumonia) across multiple hospitals without data sharing.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Treatment Response Prediction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Predicts likely treatment success based on demographic and clinical patterns learned from decentralized datasets.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Privacy-Compliant Medical Research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collaboration with pharma companies &amp; research institutions without exposing patient data.</a:t>
            </a:r>
          </a:p>
          <a:p>
            <a:pPr algn="just">
              <a:lnSpc>
                <a:spcPts val="44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400" y="2059171"/>
            <a:ext cx="17158348" cy="5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75800" y="1466337"/>
            <a:ext cx="7102200" cy="81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1"/>
              </a:lnSpc>
            </a:pPr>
            <a:r>
              <a:rPr lang="en-US" sz="3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and Technologies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3750" y="2535874"/>
            <a:ext cx="9548152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hospital trains an AI model on its private patient data without sharing raw records.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Differential Privacy and Homomorphic Encryption ensure that individual patient data cannot be reconstructed.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Federated Aggregation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central server aggregates encrypted updates to create a global model.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Handling Non-IID Data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FedProx algorithm stabilizes training across hospitals with varying demographics and data distributions.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Each hospital receives both the global model and a personalized version adapted to its local dataset.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91902" y="2429992"/>
            <a:ext cx="8241566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Frontend: React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Backend: Python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Deep Learning Framework: PyTorch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API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Layer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FastAPI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Federated Learning Framework: TensorFlow Federated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 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thms: FedAvg, FedProx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Privacy and Security: Differential Privacy, Homomorphic Encryption, SMPC, SSL–TLS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Deployment: Docker + Kubernetes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Type: CNNs for imaging, Transformers for EHR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Standard: FHIR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068870" y="1469732"/>
            <a:ext cx="12349992" cy="8725628"/>
          </a:xfrm>
          <a:custGeom>
            <a:avLst/>
            <a:gdLst/>
            <a:ahLst/>
            <a:cxnLst/>
            <a:rect r="r" b="b" t="t" l="l"/>
            <a:pathLst>
              <a:path h="8725628" w="12349992">
                <a:moveTo>
                  <a:pt x="0" y="0"/>
                </a:moveTo>
                <a:lnTo>
                  <a:pt x="12349992" y="0"/>
                </a:lnTo>
                <a:lnTo>
                  <a:pt x="12349992" y="8725627"/>
                </a:lnTo>
                <a:lnTo>
                  <a:pt x="0" y="872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04" r="-167" b="-13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5" y="-11875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41212"/>
            <a:ext cx="16965811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Dual-Layer Privacy Protection: Differential Privacy at the h</a:t>
            </a: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ospital level + secure aggregation with Homomorphic Encryption/SMPC ensures patient data is never exposed.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Non-IID Data Handling: Uses FedProx to stabilize training across hospitals with different patient demographics (pediatric, geriatric, specialty hospitals).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Federated Models: Each hospital receives a customized local model built on top of a global model for improved accuracy.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 Resistance: Strong defense against membership inference and gradient inversion attacks through calibrated privacy noise.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Multi-Hospital Collaboration: Works seamlessly across distributed hospital networks using Docker + Kubernetes.</a:t>
            </a:r>
          </a:p>
          <a:p>
            <a:pPr algn="l">
              <a:lnSpc>
                <a:spcPts val="450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6888" y="1911744"/>
            <a:ext cx="1636514" cy="70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2050" y="2748289"/>
            <a:ext cx="4367332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Student ID: 4JK23CS014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2050" y="3317000"/>
            <a:ext cx="15377892" cy="256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302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AJ Institute of Engineering &amp; Technology Mangalore, Karnataka</a:t>
            </a:r>
          </a:p>
          <a:p>
            <a:pPr algn="l">
              <a:lnSpc>
                <a:spcPts val="5088"/>
              </a:lnSpc>
            </a:pPr>
          </a:p>
          <a:p>
            <a:pPr algn="l">
              <a:lnSpc>
                <a:spcPts val="5088"/>
              </a:lnSpc>
            </a:pPr>
            <a:r>
              <a:rPr lang="en-US" sz="302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508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92050" y="3904761"/>
            <a:ext cx="5860018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Phone Number: +91 9019934133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2050" y="2171551"/>
            <a:ext cx="5247799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Arjun 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050" y="6662807"/>
            <a:ext cx="6793945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1 Name :  Suyash Devadiga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2050" y="4481499"/>
            <a:ext cx="6636306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Email ID: arjunr252005@gmail.com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050" y="7713697"/>
            <a:ext cx="5315664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2 Name : Neekshith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2050" y="8764589"/>
            <a:ext cx="4506754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3 Name :  Krithi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DAG5CwFJII8</dc:identifier>
  <dcterms:modified xsi:type="dcterms:W3CDTF">2011-08-01T06:04:30Z</dcterms:modified>
  <cp:revision>1</cp:revision>
  <dc:title>MedCrypt-CR(S)3</dc:title>
</cp:coreProperties>
</file>